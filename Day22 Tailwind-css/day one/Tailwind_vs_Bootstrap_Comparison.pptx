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52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87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35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4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30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926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7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461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4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4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750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828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36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727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016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187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047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81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/>
          <a:lstStyle/>
          <a:p>
            <a:pPr>
              <a:defRPr>
                <a:solidFill>
                  <a:srgbClr val="1E3C96"/>
                </a:solidFill>
              </a:defRPr>
            </a:pPr>
            <a:r>
              <a:rPr dirty="0"/>
              <a:t> </a:t>
            </a:r>
            <a:r>
              <a:rPr lang="en-US" dirty="0" err="1"/>
              <a:t>TailwindCSS</a:t>
            </a:r>
            <a:r>
              <a:rPr lang="en-US" dirty="0"/>
              <a:t> vs Bootstrap </a:t>
            </a:r>
            <a:endParaRPr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47E45E-1362-1BAF-37F7-A6260F5A2ECD}"/>
              </a:ext>
            </a:extLst>
          </p:cNvPr>
          <p:cNvSpPr txBox="1">
            <a:spLocks/>
          </p:cNvSpPr>
          <p:nvPr/>
        </p:nvSpPr>
        <p:spPr>
          <a:xfrm>
            <a:off x="835743" y="5191430"/>
            <a:ext cx="2576051" cy="5628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>
                <a:solidFill>
                  <a:srgbClr val="1E3C96"/>
                </a:solidFill>
              </a:defRPr>
            </a:pPr>
            <a:r>
              <a:rPr lang="en-US" sz="2400" b="1" dirty="0">
                <a:solidFill>
                  <a:srgbClr val="1E3C96"/>
                </a:solidFill>
              </a:rPr>
              <a:t>By: Yasser Salem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D5035-8C74-97CD-1060-91E99DACF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0098F-04FE-9F67-E889-46B39490F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3C96"/>
                </a:solidFill>
              </a:defRPr>
            </a:pPr>
            <a:r>
              <a:rPr dirty="0"/>
              <a:t>1️⃣ Core Philosophy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05CA5A-F1C0-D625-4E95-402FE163D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757369"/>
              </p:ext>
            </p:extLst>
          </p:nvPr>
        </p:nvGraphicFramePr>
        <p:xfrm>
          <a:off x="827548" y="2461965"/>
          <a:ext cx="7488903" cy="3467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6975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dirty="0"/>
                        <a:t>Tailwind CSS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dirty="0"/>
                        <a:t>Bootstrap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975">
                <a:tc>
                  <a:txBody>
                    <a:bodyPr/>
                    <a:lstStyle/>
                    <a:p>
                      <a:pPr algn="l"/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Utility-first (build from utility classes)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dirty="0"/>
                        <a:t>Component-based (ready-made components)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975">
                <a:tc>
                  <a:txBody>
                    <a:bodyPr/>
                    <a:lstStyle/>
                    <a:p>
                      <a:pPr algn="l"/>
                      <a:r>
                        <a:t>Customization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Highly customizable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dirty="0"/>
                        <a:t>Predesigned but 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975">
                <a:tc>
                  <a:txBody>
                    <a:bodyPr/>
                    <a:lstStyle/>
                    <a:p>
                      <a:pPr algn="l"/>
                      <a:r>
                        <a:t>Learning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Steeper but flexible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dirty="0"/>
                        <a:t>Easier for beginners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023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678" y="1141479"/>
            <a:ext cx="6798734" cy="1303867"/>
          </a:xfrm>
        </p:spPr>
        <p:txBody>
          <a:bodyPr/>
          <a:lstStyle/>
          <a:p>
            <a:pPr>
              <a:defRPr>
                <a:solidFill>
                  <a:srgbClr val="1E3C96"/>
                </a:solidFill>
              </a:defRPr>
            </a:pPr>
            <a:r>
              <a:t>2️⃣ Styling &amp; Design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249333"/>
              </p:ext>
            </p:extLst>
          </p:nvPr>
        </p:nvGraphicFramePr>
        <p:xfrm>
          <a:off x="817851" y="2452292"/>
          <a:ext cx="75082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2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2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2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Tailwind CSS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Bootstrap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t>Design Freedom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Full control, no default look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dirty="0"/>
                        <a:t>Consistent default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t>Responsiveness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Highly flexible responsive utilities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Grid-based responsiveness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t>Customization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Via tailwind.config.js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dirty="0"/>
                        <a:t>Override SASS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3C96"/>
                </a:solidFill>
              </a:defRPr>
            </a:pPr>
            <a:r>
              <a:t>3️⃣ Components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185294"/>
              </p:ext>
            </p:extLst>
          </p:nvPr>
        </p:nvGraphicFramePr>
        <p:xfrm>
          <a:off x="846804" y="2545619"/>
          <a:ext cx="7450392" cy="3397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3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3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32348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Tailwind CSS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Bootstrap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2348">
                <a:tc>
                  <a:txBody>
                    <a:bodyPr/>
                    <a:lstStyle/>
                    <a:p>
                      <a:pPr algn="l"/>
                      <a:r>
                        <a:t>Built-in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None (use plugins)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dirty="0"/>
                        <a:t>Many prebuilt (buttons, navbars, modals)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2348">
                <a:tc>
                  <a:txBody>
                    <a:bodyPr/>
                    <a:lstStyle/>
                    <a:p>
                      <a:pPr algn="l"/>
                      <a:r>
                        <a:t>JavaScript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None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dirty="0"/>
                        <a:t>Includes JS-powered UI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3C96"/>
                </a:solidFill>
              </a:defRPr>
            </a:pPr>
            <a:r>
              <a:t>4️⃣ Performance &amp; Size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367852"/>
              </p:ext>
            </p:extLst>
          </p:nvPr>
        </p:nvGraphicFramePr>
        <p:xfrm>
          <a:off x="812800" y="2467896"/>
          <a:ext cx="7518399" cy="3220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6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6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3355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Tailwind CSS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dirty="0"/>
                        <a:t>Bootstrap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355">
                <a:tc>
                  <a:txBody>
                    <a:bodyPr/>
                    <a:lstStyle/>
                    <a:p>
                      <a:pPr algn="l"/>
                      <a:r>
                        <a:t>Bundle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Small, purged automatically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Larger by default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3355">
                <a:tc>
                  <a:txBody>
                    <a:bodyPr/>
                    <a:lstStyle/>
                    <a:p>
                      <a:pPr algn="l"/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Faster, less unused 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dirty="0"/>
                        <a:t>Can be slower with overrides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3C96"/>
                </a:solidFill>
              </a:defRPr>
            </a:pPr>
            <a:r>
              <a:t>5️⃣ Workflow &amp; Development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797690"/>
              </p:ext>
            </p:extLst>
          </p:nvPr>
        </p:nvGraphicFramePr>
        <p:xfrm>
          <a:off x="817033" y="2477728"/>
          <a:ext cx="7509933" cy="3259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3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3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3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4849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Tailwind CSS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dirty="0"/>
                        <a:t>Bootstrap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849">
                <a:tc>
                  <a:txBody>
                    <a:bodyPr/>
                    <a:lstStyle/>
                    <a:p>
                      <a:pPr algn="l"/>
                      <a:r>
                        <a:t>Development 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Utility classes in 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Predefined component classes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849">
                <a:tc>
                  <a:txBody>
                    <a:bodyPr/>
                    <a:lstStyle/>
                    <a:p>
                      <a:pPr algn="l"/>
                      <a:r>
                        <a:t>Design 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Custom theme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Consistent but less flexible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849">
                <a:tc>
                  <a:txBody>
                    <a:bodyPr/>
                    <a:lstStyle/>
                    <a:p>
                      <a:pPr algn="l"/>
                      <a:r>
                        <a:t>Framework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Great with React, Vue, Angular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dirty="0"/>
                        <a:t>Works but heavier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3C96"/>
                </a:solidFill>
              </a:defRPr>
            </a:pPr>
            <a:r>
              <a:t>6️⃣ Use Cases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809749"/>
              </p:ext>
            </p:extLst>
          </p:nvPr>
        </p:nvGraphicFramePr>
        <p:xfrm>
          <a:off x="868926" y="2507227"/>
          <a:ext cx="7406148" cy="2964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1107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When to Use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Tailwind CSS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Bootstrap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107">
                <a:tc>
                  <a:txBody>
                    <a:bodyPr/>
                    <a:lstStyle/>
                    <a:p>
                      <a:pPr algn="l"/>
                      <a:r>
                        <a:t>Custom designs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✅ Perfect for unique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❌ Limited customization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107">
                <a:tc>
                  <a:txBody>
                    <a:bodyPr/>
                    <a:lstStyle/>
                    <a:p>
                      <a:pPr algn="l"/>
                      <a:r>
                        <a:t>Rapid prototyping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✅ Fast once configured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dirty="0"/>
                        <a:t>✅ Very fast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107">
                <a:tc>
                  <a:txBody>
                    <a:bodyPr/>
                    <a:lstStyle/>
                    <a:p>
                      <a:pPr algn="l"/>
                      <a:r>
                        <a:t>Beginner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⚠️ Slight learning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dirty="0"/>
                        <a:t>✅ Easy start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3C96"/>
                </a:solidFill>
              </a:defRPr>
            </a:pPr>
            <a:r>
              <a:t>7️⃣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788051"/>
              </p:ext>
            </p:extLst>
          </p:nvPr>
        </p:nvGraphicFramePr>
        <p:xfrm>
          <a:off x="1176866" y="2526889"/>
          <a:ext cx="6798734" cy="3223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512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dirty="0"/>
                        <a:t>Winner</a:t>
                      </a:r>
                    </a:p>
                  </a:txBody>
                  <a:tcPr>
                    <a:solidFill>
                      <a:srgbClr val="C8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12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Ease of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Bootstrap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512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Customization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Tailwind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512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Design 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Tailwind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12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Ready-made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Bootstrap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512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Tailwind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514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Integration with modern 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Tailwind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🏁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✅ </a:t>
            </a:r>
            <a:r>
              <a:rPr sz="2200" b="1" dirty="0"/>
              <a:t>Use </a:t>
            </a:r>
            <a:r>
              <a:rPr sz="2200" b="1" dirty="0" err="1"/>
              <a:t>TailwindCSS</a:t>
            </a:r>
            <a:r>
              <a:rPr lang="en-US" sz="2200" b="1" dirty="0"/>
              <a:t> :</a:t>
            </a:r>
            <a:endParaRPr lang="en-US" sz="2200" b="1" dirty="0">
              <a:sym typeface="Wingdings" panose="05000000000000000000" pitchFamily="2" charset="2"/>
            </a:endParaRPr>
          </a:p>
          <a:p>
            <a:pPr lvl="2"/>
            <a:r>
              <a:rPr sz="1800" dirty="0"/>
              <a:t> when you want total design control, custom UI, and modern </a:t>
            </a:r>
            <a:r>
              <a:rPr lang="en-US" sz="1800" dirty="0"/>
              <a:t>	</a:t>
            </a:r>
            <a:r>
              <a:rPr sz="1800" dirty="0"/>
              <a:t>workflow.</a:t>
            </a: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✅ </a:t>
            </a:r>
            <a:r>
              <a:rPr sz="2200" b="1" dirty="0"/>
              <a:t>Use Bootstrap</a:t>
            </a:r>
            <a:r>
              <a:rPr lang="en-US" sz="2200" b="1" dirty="0"/>
              <a:t> :</a:t>
            </a:r>
            <a:endParaRPr lang="en-US" sz="2200" b="1" dirty="0">
              <a:sym typeface="Wingdings" panose="05000000000000000000" pitchFamily="2" charset="2"/>
            </a:endParaRPr>
          </a:p>
          <a:p>
            <a:pPr lvl="2"/>
            <a:r>
              <a:rPr sz="1800" dirty="0"/>
              <a:t> when you need quick results with ready-made, consistent </a:t>
            </a:r>
            <a:r>
              <a:rPr lang="en-US" sz="1800" dirty="0"/>
              <a:t> 	  	</a:t>
            </a:r>
            <a:r>
              <a:rPr sz="1800" dirty="0"/>
              <a:t>components.</a:t>
            </a:r>
            <a:endParaRPr lang="en-US" sz="1800" dirty="0"/>
          </a:p>
          <a:p>
            <a:pPr marL="914400" lvl="2" indent="0">
              <a:buNone/>
            </a:pPr>
            <a:endParaRPr sz="2400" dirty="0"/>
          </a:p>
          <a:p>
            <a:pPr>
              <a:buFont typeface="Wingdings" panose="05000000000000000000" pitchFamily="2" charset="2"/>
              <a:buChar char="v"/>
            </a:pPr>
            <a:r>
              <a:rPr sz="2200" b="1" dirty="0"/>
              <a:t>In short:</a:t>
            </a:r>
          </a:p>
          <a:p>
            <a:pPr lvl="2"/>
            <a:r>
              <a:rPr sz="1800" dirty="0"/>
              <a:t>Tailwind = Flexibility and performance</a:t>
            </a:r>
          </a:p>
          <a:p>
            <a:pPr lvl="2"/>
            <a:r>
              <a:rPr sz="1800" dirty="0"/>
              <a:t>Bootstrap = Speed and simplicity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45</TotalTime>
  <Words>288</Words>
  <Application>Microsoft Office PowerPoint</Application>
  <PresentationFormat>On-screen Show (4:3)</PresentationFormat>
  <Paragraphs>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Garamond</vt:lpstr>
      <vt:lpstr>Wingdings</vt:lpstr>
      <vt:lpstr>Organic</vt:lpstr>
      <vt:lpstr> TailwindCSS vs Bootstrap </vt:lpstr>
      <vt:lpstr>1️⃣ Core Philosophy</vt:lpstr>
      <vt:lpstr>2️⃣ Styling &amp; Design</vt:lpstr>
      <vt:lpstr>3️⃣ Components</vt:lpstr>
      <vt:lpstr>4️⃣ Performance &amp; Size</vt:lpstr>
      <vt:lpstr>5️⃣ Workflow &amp; Development</vt:lpstr>
      <vt:lpstr>6️⃣ Use Cases</vt:lpstr>
      <vt:lpstr>7️⃣ Summary</vt:lpstr>
      <vt:lpstr>🏁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yasser salem</cp:lastModifiedBy>
  <cp:revision>10</cp:revision>
  <dcterms:created xsi:type="dcterms:W3CDTF">2013-01-27T09:14:16Z</dcterms:created>
  <dcterms:modified xsi:type="dcterms:W3CDTF">2025-11-18T08:49:33Z</dcterms:modified>
  <cp:category/>
</cp:coreProperties>
</file>