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A8403-D22D-4EF7-AC4A-C91043ADE4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8C7A88-76FC-4A51-826E-F341FA5C2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69EE0-65CD-43B4-97E5-A67AF784C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D760-9BC6-44DF-A1B6-AE079C98E96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36D0B-0822-48BD-B116-530A3F0CD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90D6A-7A91-4A73-B2C2-2B2461A64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73ED-8F23-4E4A-87F4-94847FB00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509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C9952-E141-4232-A818-A89F91A86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CD737-0716-42D6-9D94-BC46A9054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AEC17-FF13-41A6-AF99-55FD254E7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D760-9BC6-44DF-A1B6-AE079C98E96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43115-A8BB-4601-A091-BC36EC30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9AE62-C52E-45E2-96F4-C33FA29D5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73ED-8F23-4E4A-87F4-94847FB00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511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F57A0-20AC-4D66-9626-D997BEC2F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25343-713C-4553-A2B0-3E54AE828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530C0-5AAD-4B87-B2A5-9400B7B7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D760-9BC6-44DF-A1B6-AE079C98E96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6CDE4-8314-4957-BBE3-C92BD111C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A016A-823D-4CF9-8F25-CC1713CC5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73ED-8F23-4E4A-87F4-94847FB00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3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C8BA-C17E-48AC-BE8E-1FB82CFF0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271F8-243D-43A5-88A0-D172C1128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3E917F-66FA-40E6-A63D-0DF21CB96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252DD-440C-4CB3-A4D7-A005265A6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D760-9BC6-44DF-A1B6-AE079C98E96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57836-2212-4ACC-87B7-9C7C43432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40C12-8B84-4AB6-BFD6-0361743CF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73ED-8F23-4E4A-87F4-94847FB00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5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F998F-31F3-4AD9-9936-D58762101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FCF7E-02B2-4A33-9994-A8C3ED3BA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E70F4-0DA0-462A-946B-0F46DB3DB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C4E68-E294-4CBD-A81D-5264EE1082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CF92F7-20AD-4835-8EB2-41D0FDCD89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9BCB8A-1D82-40E4-BF86-61B24BC15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D760-9BC6-44DF-A1B6-AE079C98E96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F11864-F187-4326-B085-C46EE38E7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4914B6-0903-4B34-A660-8865FC52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73ED-8F23-4E4A-87F4-94847FB00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68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A7B2A-2A53-4BDB-814D-AB0CF1F35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AE1627-D5A0-49F6-935A-53B18DCB1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D760-9BC6-44DF-A1B6-AE079C98E96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02809-8946-41FC-9406-89A5E526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605094-6B56-4269-9062-73BFFFCA1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73ED-8F23-4E4A-87F4-94847FB00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52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96FBC1-07B7-4706-8623-BC3455830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D760-9BC6-44DF-A1B6-AE079C98E96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39AAB-0D81-4FEA-8158-36AFA335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B5CDA-86BB-4290-AFA9-717737FA4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73ED-8F23-4E4A-87F4-94847FB00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80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AF0C-3B1F-439A-A892-44323B93F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FD221-78C9-4E68-AF6B-F6809535F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D2905-87BD-4C83-8440-2F6639A9A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03DEE-F880-4693-BA92-B4F46F551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D760-9BC6-44DF-A1B6-AE079C98E96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33DAF-8CEF-4A38-9D3A-55B82705E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2F3D3-9DA0-4D48-B504-1EC360403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73ED-8F23-4E4A-87F4-94847FB00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897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DF131-410C-4FA2-A3E2-39A15AF85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E70498-405D-48BE-9EF8-9F1E8A6EA8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CA4D1B-D847-485D-9FED-314E520BC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047DD-C020-46F2-AA25-E868E8A0D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D760-9BC6-44DF-A1B6-AE079C98E96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EA20B-BAC3-4BD6-ACF9-D0ACF92DB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129B6-F9F9-4A14-BBF0-77A25ADD7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73ED-8F23-4E4A-87F4-94847FB00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821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A2920-0FCD-47F1-BD6D-E04526026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0FA950-9015-4762-A55D-69B034CD3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C81E8-1973-463C-9D79-2B0FA0AFD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D760-9BC6-44DF-A1B6-AE079C98E96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8A5DD-BB4C-4EC1-9E50-4E8BBB045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E6708-EC45-469D-A4C3-2C833EE13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73ED-8F23-4E4A-87F4-94847FB00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4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9CACB4-4346-4F55-BA3D-F726F27E00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92C5D4-39A5-4540-A64C-58B51E6AED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C1BB7-8742-49B8-9F82-ECD7483F3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D760-9BC6-44DF-A1B6-AE079C98E96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BF439-5C3C-448C-9ABA-39216DF1D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34956-1A60-4223-8782-DDBF93F1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73ED-8F23-4E4A-87F4-94847FB00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437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B977F-6F73-439C-8D09-0AD7FDA8E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DC0B9-B8AC-4C7A-B550-58B8C3FA6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7E9BE-30AE-4A33-8BED-6C761C2F4C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6D760-9BC6-44DF-A1B6-AE079C98E965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F846E-3E10-4BA8-8623-078CF2A94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0935F-B06E-45C1-8066-43322D2C8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973ED-8F23-4E4A-87F4-94847FB00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3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27F1D-CF25-41A0-9A88-A89ED115DC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1341"/>
            <a:ext cx="9144000" cy="349624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Browser </a:t>
            </a:r>
            <a:r>
              <a:rPr lang="en-US" sz="3200" b="1" dirty="0" err="1">
                <a:solidFill>
                  <a:srgbClr val="FF0000"/>
                </a:solidFill>
              </a:rPr>
              <a:t>Excution</a:t>
            </a:r>
            <a:r>
              <a:rPr lang="en-US" sz="3200" b="1" dirty="0">
                <a:solidFill>
                  <a:srgbClr val="FF0000"/>
                </a:solidFill>
              </a:rPr>
              <a:t>  Environment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7E5EB4-0D0E-438D-A1A7-9D6683B8D9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150879-A03D-4B3C-816E-C23D92B407ED}"/>
              </a:ext>
            </a:extLst>
          </p:cNvPr>
          <p:cNvSpPr/>
          <p:nvPr/>
        </p:nvSpPr>
        <p:spPr>
          <a:xfrm>
            <a:off x="367553" y="708212"/>
            <a:ext cx="11654117" cy="600635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5ADE22-F339-46EB-AECB-B276455B148E}"/>
              </a:ext>
            </a:extLst>
          </p:cNvPr>
          <p:cNvSpPr/>
          <p:nvPr/>
        </p:nvSpPr>
        <p:spPr>
          <a:xfrm>
            <a:off x="1039906" y="1174376"/>
            <a:ext cx="2339788" cy="271630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rgbClr val="FF0000"/>
                </a:solidFill>
              </a:rPr>
              <a:t>JS Engine</a:t>
            </a:r>
          </a:p>
          <a:p>
            <a:pPr algn="ctr"/>
            <a:r>
              <a:rPr lang="en-US" dirty="0"/>
              <a:t>-Syntax </a:t>
            </a:r>
          </a:p>
          <a:p>
            <a:pPr algn="ctr"/>
            <a:r>
              <a:rPr lang="en-US" dirty="0"/>
              <a:t>Memory Management</a:t>
            </a:r>
          </a:p>
          <a:p>
            <a:pPr algn="ctr"/>
            <a:r>
              <a:rPr lang="en-US" dirty="0"/>
              <a:t>-tokens</a:t>
            </a:r>
          </a:p>
          <a:p>
            <a:pPr algn="ctr"/>
            <a:r>
              <a:rPr lang="en-US" dirty="0"/>
              <a:t>Compiler or optimizer</a:t>
            </a:r>
          </a:p>
          <a:p>
            <a:pPr algn="ctr"/>
            <a:r>
              <a:rPr lang="en-US" dirty="0"/>
              <a:t>-parser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150282-6B91-434D-B747-4FA05FDCE2D1}"/>
              </a:ext>
            </a:extLst>
          </p:cNvPr>
          <p:cNvSpPr/>
          <p:nvPr/>
        </p:nvSpPr>
        <p:spPr>
          <a:xfrm>
            <a:off x="7978588" y="932329"/>
            <a:ext cx="3639671" cy="216226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rgbClr val="FF0000"/>
                </a:solidFill>
              </a:rPr>
              <a:t>Web API</a:t>
            </a:r>
          </a:p>
          <a:p>
            <a:pPr algn="ctr"/>
            <a:r>
              <a:rPr lang="en-US" dirty="0"/>
              <a:t>Console</a:t>
            </a:r>
          </a:p>
          <a:p>
            <a:pPr algn="ctr"/>
            <a:r>
              <a:rPr lang="en-US" dirty="0"/>
              <a:t>DOM</a:t>
            </a:r>
          </a:p>
          <a:p>
            <a:pPr algn="ctr"/>
            <a:r>
              <a:rPr lang="en-US" dirty="0"/>
              <a:t>XMLHTTP</a:t>
            </a:r>
          </a:p>
          <a:p>
            <a:pPr algn="ctr"/>
            <a:r>
              <a:rPr lang="en-US" dirty="0"/>
              <a:t>Promises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DECFE9-E43A-4BCC-9534-9BACF7491807}"/>
              </a:ext>
            </a:extLst>
          </p:cNvPr>
          <p:cNvSpPr/>
          <p:nvPr/>
        </p:nvSpPr>
        <p:spPr>
          <a:xfrm>
            <a:off x="4894729" y="4150659"/>
            <a:ext cx="6866965" cy="9861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CallBack</a:t>
            </a:r>
            <a:r>
              <a:rPr lang="en-US" dirty="0"/>
              <a:t> queue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D426AF-BF11-4560-9471-96418B7CE762}"/>
              </a:ext>
            </a:extLst>
          </p:cNvPr>
          <p:cNvSpPr/>
          <p:nvPr/>
        </p:nvSpPr>
        <p:spPr>
          <a:xfrm>
            <a:off x="4894728" y="5327745"/>
            <a:ext cx="6866965" cy="9861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Micro Task Queue</a:t>
            </a:r>
          </a:p>
        </p:txBody>
      </p:sp>
    </p:spTree>
    <p:extLst>
      <p:ext uri="{BB962C8B-B14F-4D97-AF65-F5344CB8AC3E}">
        <p14:creationId xmlns:p14="http://schemas.microsoft.com/office/powerpoint/2010/main" val="4141856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F8824-CC58-4D31-8FD0-991DA1FA5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F3D22-F165-4152-84DD-8BF8A7099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0CA7E6-4112-4BCA-8247-34889025596A}"/>
              </a:ext>
            </a:extLst>
          </p:cNvPr>
          <p:cNvSpPr txBox="1">
            <a:spLocks/>
          </p:cNvSpPr>
          <p:nvPr/>
        </p:nvSpPr>
        <p:spPr>
          <a:xfrm>
            <a:off x="1994647" y="71718"/>
            <a:ext cx="9144000" cy="6430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0000"/>
                </a:solidFill>
              </a:rPr>
              <a:t>Browser </a:t>
            </a:r>
            <a:r>
              <a:rPr lang="en-US" sz="3200" b="1" dirty="0" err="1">
                <a:solidFill>
                  <a:srgbClr val="FF0000"/>
                </a:solidFill>
              </a:rPr>
              <a:t>Excution</a:t>
            </a:r>
            <a:r>
              <a:rPr lang="en-US" sz="3200" b="1" dirty="0">
                <a:solidFill>
                  <a:srgbClr val="FF0000"/>
                </a:solidFill>
              </a:rPr>
              <a:t>  Environment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C1D969-6B15-4C70-953F-BC3266CAE4D1}"/>
              </a:ext>
            </a:extLst>
          </p:cNvPr>
          <p:cNvSpPr/>
          <p:nvPr/>
        </p:nvSpPr>
        <p:spPr>
          <a:xfrm>
            <a:off x="838200" y="651996"/>
            <a:ext cx="11654117" cy="600635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8F28DA-0918-49B8-9AAF-FE2E484A859C}"/>
              </a:ext>
            </a:extLst>
          </p:cNvPr>
          <p:cNvSpPr/>
          <p:nvPr/>
        </p:nvSpPr>
        <p:spPr>
          <a:xfrm>
            <a:off x="1510553" y="1118160"/>
            <a:ext cx="2339788" cy="271630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rgbClr val="FF0000"/>
                </a:solidFill>
              </a:rPr>
              <a:t>Stack || GEC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15D247-7737-437D-A539-EB9E216BA484}"/>
              </a:ext>
            </a:extLst>
          </p:cNvPr>
          <p:cNvSpPr/>
          <p:nvPr/>
        </p:nvSpPr>
        <p:spPr>
          <a:xfrm>
            <a:off x="8449235" y="876113"/>
            <a:ext cx="3639671" cy="216226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rgbClr val="FF0000"/>
                </a:solidFill>
              </a:rPr>
              <a:t>Web API</a:t>
            </a:r>
          </a:p>
          <a:p>
            <a:pPr algn="ctr"/>
            <a:r>
              <a:rPr lang="en-US" dirty="0"/>
              <a:t>Console</a:t>
            </a:r>
          </a:p>
          <a:p>
            <a:pPr algn="ctr"/>
            <a:r>
              <a:rPr lang="en-US" dirty="0"/>
              <a:t>DOM</a:t>
            </a:r>
          </a:p>
          <a:p>
            <a:pPr algn="ctr"/>
            <a:r>
              <a:rPr lang="en-US" dirty="0"/>
              <a:t>XMLHTTP</a:t>
            </a:r>
          </a:p>
          <a:p>
            <a:pPr algn="ctr"/>
            <a:r>
              <a:rPr lang="en-US" dirty="0"/>
              <a:t>Promises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DC8BC3-1931-41DB-91A8-ED7CC2051610}"/>
              </a:ext>
            </a:extLst>
          </p:cNvPr>
          <p:cNvSpPr/>
          <p:nvPr/>
        </p:nvSpPr>
        <p:spPr>
          <a:xfrm>
            <a:off x="5365376" y="4094443"/>
            <a:ext cx="6866965" cy="9861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                                                                     </a:t>
            </a:r>
            <a:r>
              <a:rPr lang="en-US" dirty="0" err="1"/>
              <a:t>CallBack</a:t>
            </a:r>
            <a:r>
              <a:rPr lang="en-US" dirty="0"/>
              <a:t> queue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F4CA63-FC18-48C1-921C-FF920BB46390}"/>
              </a:ext>
            </a:extLst>
          </p:cNvPr>
          <p:cNvSpPr/>
          <p:nvPr/>
        </p:nvSpPr>
        <p:spPr>
          <a:xfrm>
            <a:off x="5396753" y="5264874"/>
            <a:ext cx="6866965" cy="98611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Micro Task Queue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19CE80-B2FC-4795-89CC-EBA1668CE67F}"/>
              </a:ext>
            </a:extLst>
          </p:cNvPr>
          <p:cNvSpPr/>
          <p:nvPr/>
        </p:nvSpPr>
        <p:spPr>
          <a:xfrm>
            <a:off x="1662953" y="4185444"/>
            <a:ext cx="2317375" cy="2232212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 Loop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528A23-00C5-426E-BAF8-9D17BF6B8430}"/>
              </a:ext>
            </a:extLst>
          </p:cNvPr>
          <p:cNvSpPr/>
          <p:nvPr/>
        </p:nvSpPr>
        <p:spPr>
          <a:xfrm>
            <a:off x="5611906" y="779930"/>
            <a:ext cx="2169459" cy="24115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console.log("%c Script Begin","</a:t>
            </a:r>
            <a:r>
              <a:rPr lang="en-US" sz="1000" dirty="0" err="1">
                <a:solidFill>
                  <a:schemeClr val="tx1"/>
                </a:solidFill>
              </a:rPr>
              <a:t>color:red</a:t>
            </a:r>
            <a:r>
              <a:rPr lang="en-US" sz="1000" dirty="0">
                <a:solidFill>
                  <a:schemeClr val="tx1"/>
                </a:solidFill>
              </a:rPr>
              <a:t>")</a:t>
            </a:r>
          </a:p>
          <a:p>
            <a:r>
              <a:rPr lang="en-US" sz="1000" dirty="0">
                <a:solidFill>
                  <a:schemeClr val="tx1"/>
                </a:solidFill>
              </a:rPr>
              <a:t>    //   </a:t>
            </a:r>
            <a:r>
              <a:rPr lang="en-US" sz="1000" dirty="0" err="1">
                <a:solidFill>
                  <a:schemeClr val="tx1"/>
                </a:solidFill>
              </a:rPr>
              <a:t>setTimeout</a:t>
            </a:r>
            <a:r>
              <a:rPr lang="en-US" sz="1000" dirty="0">
                <a:solidFill>
                  <a:schemeClr val="tx1"/>
                </a:solidFill>
              </a:rPr>
              <a:t>(()=&gt;{  // async code </a:t>
            </a:r>
          </a:p>
          <a:p>
            <a:r>
              <a:rPr lang="en-US" sz="1000" dirty="0">
                <a:solidFill>
                  <a:schemeClr val="tx1"/>
                </a:solidFill>
              </a:rPr>
              <a:t>    //     console.log("%c Data </a:t>
            </a:r>
            <a:r>
              <a:rPr lang="en-US" sz="1000" dirty="0" err="1">
                <a:solidFill>
                  <a:schemeClr val="tx1"/>
                </a:solidFill>
              </a:rPr>
              <a:t>LOaded</a:t>
            </a:r>
            <a:r>
              <a:rPr lang="en-US" sz="1000" dirty="0">
                <a:solidFill>
                  <a:schemeClr val="tx1"/>
                </a:solidFill>
              </a:rPr>
              <a:t>","</a:t>
            </a:r>
            <a:r>
              <a:rPr lang="en-US" sz="1000" dirty="0" err="1">
                <a:solidFill>
                  <a:schemeClr val="tx1"/>
                </a:solidFill>
              </a:rPr>
              <a:t>color:lightgreen</a:t>
            </a:r>
            <a:r>
              <a:rPr lang="en-US" sz="1000" dirty="0">
                <a:solidFill>
                  <a:schemeClr val="tx1"/>
                </a:solidFill>
              </a:rPr>
              <a:t>")</a:t>
            </a:r>
          </a:p>
          <a:p>
            <a:r>
              <a:rPr lang="en-US" sz="1000" dirty="0">
                <a:solidFill>
                  <a:schemeClr val="tx1"/>
                </a:solidFill>
              </a:rPr>
              <a:t>    //   },3000)</a:t>
            </a:r>
          </a:p>
          <a:p>
            <a:r>
              <a:rPr lang="en-US" sz="1000" dirty="0">
                <a:solidFill>
                  <a:schemeClr val="tx1"/>
                </a:solidFill>
              </a:rPr>
              <a:t>    //   console.log("%c Script End","</a:t>
            </a:r>
            <a:r>
              <a:rPr lang="en-US" sz="1000" dirty="0" err="1">
                <a:solidFill>
                  <a:schemeClr val="tx1"/>
                </a:solidFill>
              </a:rPr>
              <a:t>color:magenta</a:t>
            </a:r>
            <a:r>
              <a:rPr lang="en-US" sz="1000" dirty="0">
                <a:solidFill>
                  <a:schemeClr val="tx1"/>
                </a:solidFill>
              </a:rPr>
              <a:t>")// Stack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Loop&gt;&gt; time 1 minute</a:t>
            </a:r>
          </a:p>
          <a:p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&lt;/script&gt;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B138E2-A878-4E9A-937B-3A46705AE6C7}"/>
              </a:ext>
            </a:extLst>
          </p:cNvPr>
          <p:cNvSpPr/>
          <p:nvPr/>
        </p:nvSpPr>
        <p:spPr>
          <a:xfrm>
            <a:off x="5472953" y="4181663"/>
            <a:ext cx="1783976" cy="75084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tx1"/>
                </a:solidFill>
              </a:rPr>
              <a:t>  </a:t>
            </a:r>
            <a:r>
              <a:rPr lang="en-US" sz="900" dirty="0" err="1">
                <a:solidFill>
                  <a:schemeClr val="tx1"/>
                </a:solidFill>
              </a:rPr>
              <a:t>setTimeout</a:t>
            </a:r>
            <a:r>
              <a:rPr lang="en-US" sz="900" dirty="0">
                <a:solidFill>
                  <a:schemeClr val="tx1"/>
                </a:solidFill>
              </a:rPr>
              <a:t>(()=&gt;{  // async code </a:t>
            </a:r>
          </a:p>
          <a:p>
            <a:r>
              <a:rPr lang="en-US" sz="900" dirty="0">
                <a:solidFill>
                  <a:schemeClr val="tx1"/>
                </a:solidFill>
              </a:rPr>
              <a:t>    //     console.log("%c Data </a:t>
            </a:r>
            <a:r>
              <a:rPr lang="en-US" sz="900" dirty="0" err="1">
                <a:solidFill>
                  <a:schemeClr val="tx1"/>
                </a:solidFill>
              </a:rPr>
              <a:t>LOaded</a:t>
            </a:r>
            <a:r>
              <a:rPr lang="en-US" sz="900" dirty="0">
                <a:solidFill>
                  <a:schemeClr val="tx1"/>
                </a:solidFill>
              </a:rPr>
              <a:t>","</a:t>
            </a:r>
            <a:r>
              <a:rPr lang="en-US" sz="900" dirty="0" err="1">
                <a:solidFill>
                  <a:schemeClr val="tx1"/>
                </a:solidFill>
              </a:rPr>
              <a:t>color:lightgreen</a:t>
            </a:r>
            <a:r>
              <a:rPr lang="en-US" sz="900" dirty="0">
                <a:solidFill>
                  <a:schemeClr val="tx1"/>
                </a:solidFill>
              </a:rPr>
              <a:t>")</a:t>
            </a:r>
          </a:p>
          <a:p>
            <a:r>
              <a:rPr lang="en-US" sz="900" dirty="0">
                <a:solidFill>
                  <a:schemeClr val="tx1"/>
                </a:solidFill>
              </a:rPr>
              <a:t>    //   },3000)</a:t>
            </a:r>
          </a:p>
          <a:p>
            <a:pPr algn="ctr"/>
            <a:endParaRPr lang="en-US" sz="9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F121E7-F631-407B-92E6-DD1D5C05F46C}"/>
              </a:ext>
            </a:extLst>
          </p:cNvPr>
          <p:cNvCxnSpPr>
            <a:cxnSpLocks/>
          </p:cNvCxnSpPr>
          <p:nvPr/>
        </p:nvCxnSpPr>
        <p:spPr>
          <a:xfrm flipH="1" flipV="1">
            <a:off x="1976717" y="3834466"/>
            <a:ext cx="596154" cy="13112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5A6BC6-8CB7-4D50-B921-B52AD6C1D45D}"/>
              </a:ext>
            </a:extLst>
          </p:cNvPr>
          <p:cNvCxnSpPr>
            <a:cxnSpLocks/>
          </p:cNvCxnSpPr>
          <p:nvPr/>
        </p:nvCxnSpPr>
        <p:spPr>
          <a:xfrm flipV="1">
            <a:off x="2653553" y="4742330"/>
            <a:ext cx="2644588" cy="4034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472CF48-3270-497E-B9CC-6C961C5FDE5D}"/>
              </a:ext>
            </a:extLst>
          </p:cNvPr>
          <p:cNvCxnSpPr>
            <a:cxnSpLocks/>
          </p:cNvCxnSpPr>
          <p:nvPr/>
        </p:nvCxnSpPr>
        <p:spPr>
          <a:xfrm>
            <a:off x="2572871" y="5145742"/>
            <a:ext cx="2638987" cy="7597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909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635CCCF636F6469FA79A8DEC40C8E5" ma:contentTypeVersion="11" ma:contentTypeDescription="Create a new document." ma:contentTypeScope="" ma:versionID="549a007dbcd5e7165fbb7c80d29123f7">
  <xsd:schema xmlns:xsd="http://www.w3.org/2001/XMLSchema" xmlns:xs="http://www.w3.org/2001/XMLSchema" xmlns:p="http://schemas.microsoft.com/office/2006/metadata/properties" xmlns:ns2="4dcd2595-b76d-4e34-bc8f-b6eb8a79c5bb" xmlns:ns3="62567dbb-df85-433f-946f-d35b3dbc5e0e" targetNamespace="http://schemas.microsoft.com/office/2006/metadata/properties" ma:root="true" ma:fieldsID="eebbb4aae323f6f1726f5e932ab27a83" ns2:_="" ns3:_="">
    <xsd:import namespace="4dcd2595-b76d-4e34-bc8f-b6eb8a79c5bb"/>
    <xsd:import namespace="62567dbb-df85-433f-946f-d35b3dbc5e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cd2595-b76d-4e34-bc8f-b6eb8a79c5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67dbb-df85-433f-946f-d35b3dbc5e0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5f22561-484d-48b8-b575-931535fa11aa}" ma:internalName="TaxCatchAll" ma:showField="CatchAllData" ma:web="62567dbb-df85-433f-946f-d35b3dbc5e0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cd2595-b76d-4e34-bc8f-b6eb8a79c5bb">
      <Terms xmlns="http://schemas.microsoft.com/office/infopath/2007/PartnerControls"/>
    </lcf76f155ced4ddcb4097134ff3c332f>
    <TaxCatchAll xmlns="62567dbb-df85-433f-946f-d35b3dbc5e0e" xsi:nil="true"/>
  </documentManagement>
</p:properties>
</file>

<file path=customXml/itemProps1.xml><?xml version="1.0" encoding="utf-8"?>
<ds:datastoreItem xmlns:ds="http://schemas.openxmlformats.org/officeDocument/2006/customXml" ds:itemID="{A0EB60F8-1D6A-48F5-9998-8548B1B8CE3A}"/>
</file>

<file path=customXml/itemProps2.xml><?xml version="1.0" encoding="utf-8"?>
<ds:datastoreItem xmlns:ds="http://schemas.openxmlformats.org/officeDocument/2006/customXml" ds:itemID="{93C05523-256E-44D7-BD30-040FE5521032}"/>
</file>

<file path=customXml/itemProps3.xml><?xml version="1.0" encoding="utf-8"?>
<ds:datastoreItem xmlns:ds="http://schemas.openxmlformats.org/officeDocument/2006/customXml" ds:itemID="{6846A8F2-F1C3-4AD0-9879-99B4FB3B08DC}"/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171</Words>
  <Application>Microsoft Office PowerPoint</Application>
  <PresentationFormat>Widescreen</PresentationFormat>
  <Paragraphs>63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Browser Excution  Environment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Browser Excution  Environment</dc:title>
  <dc:creator>Abdalla El Metwaly</dc:creator>
  <cp:lastModifiedBy>Abd Allah Mohamed Elmetwaly Hussien Mostafa</cp:lastModifiedBy>
  <cp:revision>3</cp:revision>
  <dcterms:created xsi:type="dcterms:W3CDTF">2025-11-10T08:08:37Z</dcterms:created>
  <dcterms:modified xsi:type="dcterms:W3CDTF">2025-11-10T08:21:21Z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0x01010030635CCCF636F6469FA79A8DEC40C8E5</vt:lpwstr>
  </property>
</Properties>
</file>